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9FFE81-155B-4E26-BD3C-1B578F4F2501}">
  <a:tblStyle styleId="{D99FFE81-155B-4E26-BD3C-1B578F4F25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58b6e1af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58b6e1a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21e7ff24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21e7ff24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21e7ff24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21e7ff24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21e7ff24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21e7ff24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21e7ff24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21e7ff24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58b6e1af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58b6e1af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58b6e1af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58b6e1af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781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Persiapan Implementasi dan Metode Penelitian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922700" y="4237550"/>
            <a:ext cx="5298600" cy="4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/>
              <a:t>Kelompok 18</a:t>
            </a:r>
            <a:endParaRPr sz="18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90125" y="2965838"/>
            <a:ext cx="8520600" cy="9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id" sz="2000"/>
              <a:t>Yizreel Schwartz Sipahutar (11S22038)</a:t>
            </a:r>
            <a:br>
              <a:rPr lang="id" sz="2000"/>
            </a:br>
            <a:r>
              <a:rPr lang="id" sz="2000"/>
              <a:t>Jonathan Martinus Pangaribuan (11S22013)</a:t>
            </a:r>
            <a:br>
              <a:rPr lang="id" sz="2000"/>
            </a:br>
            <a:r>
              <a:rPr lang="id" sz="2000"/>
              <a:t>Joshua Asido Prima Silalahi (11S23033)</a:t>
            </a:r>
            <a:br>
              <a:rPr lang="id" sz="2000"/>
            </a:br>
            <a:endParaRPr sz="20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1922700" y="302500"/>
            <a:ext cx="5298600" cy="4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/>
              <a:t>Aktivitas Minggu 10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12" y="1330150"/>
            <a:ext cx="4337075" cy="249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5812" y="1330150"/>
            <a:ext cx="4125025" cy="3117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311700" y="668575"/>
            <a:ext cx="617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Menyusun rancangan pendekatan eksperimen kuantitatif dan menentukan varian model baseline, pruning, dan QLoRA.</a:t>
            </a:r>
            <a:endParaRPr i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311700" y="668575"/>
            <a:ext cx="617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Mengumpulkan dan menyiapkan dataset destinasi serta ulasan pariwisata Danau Toba untuk kebutuhan sistem rekomendasi.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200" y="1176475"/>
            <a:ext cx="4317925" cy="215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0" l="0" r="27667" t="0"/>
          <a:stretch/>
        </p:blipFill>
        <p:spPr>
          <a:xfrm>
            <a:off x="4972425" y="1176475"/>
            <a:ext cx="3495199" cy="330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2425" y="2817600"/>
            <a:ext cx="3495201" cy="2115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311700" y="668575"/>
            <a:ext cx="617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Melakukan prapemrosesan data, pembersihan teks, pemotongan data, embedding, dan penyimpanan ke ChromaDB.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5900" y="1000625"/>
            <a:ext cx="4970324" cy="231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975" y="1246050"/>
            <a:ext cx="3650674" cy="361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6900" y="2639350"/>
            <a:ext cx="4112866" cy="231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311700" y="668575"/>
            <a:ext cx="617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Menyiapkan model dasar Qwen dan skenario eksperimen Structured Pruning pada rasio 10%, 20%, dan 30%.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525" y="1322724"/>
            <a:ext cx="4825700" cy="222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0225" y="1161200"/>
            <a:ext cx="3569025" cy="243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4275" y="3652025"/>
            <a:ext cx="4561281" cy="124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311700" y="668575"/>
            <a:ext cx="617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Menyusun draft awal BMC dan merapikan BAB 3 untuk submit mingguan.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9" name="Google Shape;99;p18" title="Draft3_Business Model Canva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125" y="1037875"/>
            <a:ext cx="4985318" cy="380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9725" y="2178402"/>
            <a:ext cx="4389350" cy="144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Logbook Minggu 10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/>
              <a:t>Catatan Kegiatan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id" sz="1200"/>
            </a:br>
            <a:endParaRPr sz="1200"/>
          </a:p>
        </p:txBody>
      </p:sp>
      <p:graphicFrame>
        <p:nvGraphicFramePr>
          <p:cNvPr id="107" name="Google Shape;107;p19"/>
          <p:cNvGraphicFramePr/>
          <p:nvPr/>
        </p:nvGraphicFramePr>
        <p:xfrm>
          <a:off x="434700" y="266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{D99FFE81-155B-4E26-BD3C-1B578F4F2501}</a:tableStyleId>
              </a:tblPr>
              <a:tblGrid>
                <a:gridCol w="382850"/>
                <a:gridCol w="827225"/>
                <a:gridCol w="3455725"/>
                <a:gridCol w="806575"/>
                <a:gridCol w="836375"/>
                <a:gridCol w="965850"/>
                <a:gridCol w="1039825"/>
              </a:tblGrid>
              <a:tr h="71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No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Tanggal Pelaksanaan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Kegiatan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Capaian (%) 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Waktu Pelaksanaan (Menit)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Berkas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Validasi Dosen</a:t>
                      </a:r>
                      <a:endParaRPr sz="8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06-04-2026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Menyusun rancangan pendekatan eksperimen kuantitatif dan menentukan varian model baseline, pruning, dan QLoRA.</a:t>
                      </a:r>
                      <a:endParaRPr i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/>
                        <a:t>20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180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Draft BAB 3.1 dan 3.4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2</a:t>
                      </a:r>
                      <a:endParaRPr sz="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07-04-2026</a:t>
                      </a:r>
                      <a:endParaRPr sz="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Mengumpulkan dan menyiapkan dataset destinasi serta ulasan pariwisata Danau Toba untuk kebutuhan sistem rekomendasi.</a:t>
                      </a:r>
                      <a:endParaRPr sz="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/>
                        <a:t>25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180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Draft BAB 3.2, dataset awal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3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08-04-2026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Melakukan prapemrosesan data, pembersihan teks, pemotongan data, embedding, dan penyimpanan ke ChromaDB.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/>
                        <a:t>30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210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Screenshot preprocessing, ChromaDB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8" name="Google Shape;108;p19"/>
          <p:cNvGraphicFramePr/>
          <p:nvPr/>
        </p:nvGraphicFramePr>
        <p:xfrm>
          <a:off x="434750" y="136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{D99FFE81-155B-4E26-BD3C-1B578F4F2501}</a:tableStyleId>
              </a:tblPr>
              <a:tblGrid>
                <a:gridCol w="1385725"/>
                <a:gridCol w="1385725"/>
                <a:gridCol w="1385725"/>
                <a:gridCol w="1385725"/>
                <a:gridCol w="1385725"/>
                <a:gridCol w="1385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Judul</a:t>
                      </a:r>
                      <a:endParaRPr sz="800"/>
                    </a:p>
                  </a:txBody>
                  <a:tcPr marT="91425" marB="91425" marR="91425" marL="91425"/>
                </a:tc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OPTIMALISASI LARGE LANGUAGE MODEL DENGAN METODE STRUCTURED PRUNING DAN KUANTISASI UNTUK MENINGKATKAN EFISIENSI SISTEM REKOMENDASI PARIWISATA DANAU TOBA</a:t>
                      </a:r>
                      <a:endParaRPr sz="800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Skema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Tahun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Dana Disetujui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Capaian (%)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Total Waktu (Menit)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Rekomendasi SKS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PKM-RE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2026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7.200.000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40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960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273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Logbook Minggu 10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675" y="795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/>
              <a:t>Catatan Kegiatan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id" sz="1200"/>
            </a:br>
            <a:endParaRPr sz="1200"/>
          </a:p>
        </p:txBody>
      </p:sp>
      <p:graphicFrame>
        <p:nvGraphicFramePr>
          <p:cNvPr id="115" name="Google Shape;115;p20"/>
          <p:cNvGraphicFramePr/>
          <p:nvPr/>
        </p:nvGraphicFramePr>
        <p:xfrm>
          <a:off x="414750" y="111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{D99FFE81-155B-4E26-BD3C-1B578F4F2501}</a:tableStyleId>
              </a:tblPr>
              <a:tblGrid>
                <a:gridCol w="382850"/>
                <a:gridCol w="836725"/>
                <a:gridCol w="3435000"/>
                <a:gridCol w="725350"/>
                <a:gridCol w="836375"/>
                <a:gridCol w="910350"/>
                <a:gridCol w="1187775"/>
              </a:tblGrid>
              <a:tr h="71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No</a:t>
                      </a:r>
                      <a:endParaRPr sz="8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Tanggal Pelaksanaan</a:t>
                      </a:r>
                      <a:endParaRPr sz="8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Kegiatan</a:t>
                      </a:r>
                      <a:endParaRPr sz="8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Capaian 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(%) </a:t>
                      </a:r>
                      <a:endParaRPr sz="8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Waktu Pelaksanaan (Menit)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Berkas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Validasi Dosen</a:t>
                      </a:r>
                      <a:endParaRPr sz="8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4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09-04-2026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Menyiapkan model dasar Qwen dan skenario eksperimen Structured Pruning pada rasio 10%, 20%, dan 30%.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35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210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Draft BAB 3.3, konfigurasi eksperimen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5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10-04-2026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Menyusun draft awal BMC dan merapikan BAB 3 untuk submit mingguan.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40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180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Draft BAB 3, BMC awal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