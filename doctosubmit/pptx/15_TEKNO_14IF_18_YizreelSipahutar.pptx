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675ABB-389C-40D4-9378-6F4078BFA5AA}">
  <a:tblStyle styleId="{DA675ABB-389C-40D4-9378-6F4078BFA5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58b6e1a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58b6e1a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24a261ce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24a261ce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24a261c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24a261c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21e7ff24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21e7ff24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58b6e1af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58b6e1af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58b6e1af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58b6e1af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78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Pelaporan Akhir dan Demo Sistem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922700" y="4237550"/>
            <a:ext cx="5298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Kelompok 18</a:t>
            </a:r>
            <a:endParaRPr sz="18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90125" y="2965838"/>
            <a:ext cx="8520600" cy="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id" sz="2000"/>
              <a:t>Yizreel Schwartz Sipahutar (11S22038)</a:t>
            </a:r>
            <a:br>
              <a:rPr lang="id" sz="2000"/>
            </a:br>
            <a:r>
              <a:rPr lang="id" sz="2000"/>
              <a:t>Jonathan Martinus Pangaribuan (11S22013)</a:t>
            </a:r>
            <a:br>
              <a:rPr lang="id" sz="2000"/>
            </a:br>
            <a:r>
              <a:rPr lang="id" sz="2000"/>
              <a:t>Joshua Asido Prima Silalahi (11S23033)</a:t>
            </a:r>
            <a:br>
              <a:rPr lang="id" sz="2000"/>
            </a:br>
            <a:endParaRPr sz="20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922700" y="302500"/>
            <a:ext cx="5298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Aktivitas Minggu 15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Melengkapi lampiran akhir, termasuk penggunaan dana, bukti kegiatan, BMC, dan logbook.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25" y="1222675"/>
            <a:ext cx="3104075" cy="370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Final Business Model Canva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7200" y="1267325"/>
            <a:ext cx="4709087" cy="361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Menyusun slide presentasi 10–12 slide yang berisi latar belakang, metode, hasil utama, grafik, dan potensi pengembangan.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00" y="1358062"/>
            <a:ext cx="4516649" cy="24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9275" y="1125153"/>
            <a:ext cx="4003025" cy="2230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7625" y="2534375"/>
            <a:ext cx="4164674" cy="23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Menyiapkan skenario demo sistem rekomendasi, termasuk alur input pengguna dan tampilan hasil rekomendasi.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4901" y="1381500"/>
            <a:ext cx="5905823" cy="3159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250" y="1696375"/>
            <a:ext cx="2126701" cy="239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311700" y="668575"/>
            <a:ext cx="617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Melakukan simulasi presentasi dan demo, lalu memastikan seluruh berkas siap dikumpulkan.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9" name="Google Shape;89;p17" title="WhatsApp Image 2026-05-17 at 21.02.0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825" y="1215725"/>
            <a:ext cx="6510100" cy="369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Logbook Minggu 15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/>
              <a:t>Catatan Kegiatan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id" sz="1200"/>
            </a:br>
            <a:endParaRPr sz="1200"/>
          </a:p>
        </p:txBody>
      </p:sp>
      <p:graphicFrame>
        <p:nvGraphicFramePr>
          <p:cNvPr id="96" name="Google Shape;96;p18"/>
          <p:cNvGraphicFramePr/>
          <p:nvPr/>
        </p:nvGraphicFramePr>
        <p:xfrm>
          <a:off x="434700" y="266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{DA675ABB-389C-40D4-9378-6F4078BFA5AA}</a:tableStyleId>
              </a:tblPr>
              <a:tblGrid>
                <a:gridCol w="382850"/>
                <a:gridCol w="827225"/>
                <a:gridCol w="3455725"/>
                <a:gridCol w="806575"/>
                <a:gridCol w="836375"/>
                <a:gridCol w="965850"/>
                <a:gridCol w="1039825"/>
              </a:tblGrid>
              <a:tr h="71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No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Tanggal Pelaksanaan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Kegiatan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Capaian (%) 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Waktu Pelaksanaan (Menit)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Berkas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Validasi Dosen</a:t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11-05-2026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Memeriksa ulang laporan akhir PKM-RE dan memperbaiki bagian format, tabel, gambar, serta lampiran.</a:t>
                      </a:r>
                      <a:endParaRPr i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100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180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Laporan akhir revisi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12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-05-2026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Melengkapi lampiran akhir, termasuk penggunaan dana, bukti kegiatan, BMC, dan logbook.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180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Lampiran final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13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-05-2026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Menyusun slide presentasi 10–12 slide yang berisi latar belakang, metode, hasil utama, grafik, dan potensi pengembangan.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Slide presentasi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7" name="Google Shape;97;p18"/>
          <p:cNvGraphicFramePr/>
          <p:nvPr/>
        </p:nvGraphicFramePr>
        <p:xfrm>
          <a:off x="434750" y="136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{DA675ABB-389C-40D4-9378-6F4078BFA5AA}</a:tableStyleId>
              </a:tblPr>
              <a:tblGrid>
                <a:gridCol w="1385725"/>
                <a:gridCol w="1385725"/>
                <a:gridCol w="1385725"/>
                <a:gridCol w="1385725"/>
                <a:gridCol w="1385725"/>
                <a:gridCol w="1385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Judul</a:t>
                      </a:r>
                      <a:endParaRPr sz="800"/>
                    </a:p>
                  </a:txBody>
                  <a:tcPr marT="91425" marB="91425" marR="91425" marL="91425"/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OPTIMALISASI LARGE LANGUAGE MODEL DENGAN METODE STRUCTURED PRUNING DAN KUANTISASI UNTUK MENINGKATKAN EFISIENSI SISTEM REKOMENDASI PARIWISATA DANAU TOBA</a:t>
                      </a:r>
                      <a:endParaRPr sz="8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Skema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Tahun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Dana Disetujui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Capaian (%)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Total Waktu (Menit)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Rekomendasi SKS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PKM-RE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2026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-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100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1020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273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Logbook Minggu 15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675" y="795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/>
              <a:t>Catatan Kegiatan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id" sz="1200"/>
            </a:br>
            <a:endParaRPr sz="1200"/>
          </a:p>
        </p:txBody>
      </p:sp>
      <p:graphicFrame>
        <p:nvGraphicFramePr>
          <p:cNvPr id="104" name="Google Shape;104;p19"/>
          <p:cNvGraphicFramePr/>
          <p:nvPr/>
        </p:nvGraphicFramePr>
        <p:xfrm>
          <a:off x="414750" y="111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{DA675ABB-389C-40D4-9378-6F4078BFA5AA}</a:tableStyleId>
              </a:tblPr>
              <a:tblGrid>
                <a:gridCol w="382850"/>
                <a:gridCol w="836725"/>
                <a:gridCol w="3435000"/>
                <a:gridCol w="725350"/>
                <a:gridCol w="836375"/>
                <a:gridCol w="910350"/>
                <a:gridCol w="1187775"/>
              </a:tblGrid>
              <a:tr h="71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No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Tanggal Pelaksanaan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Kegiatan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Capaian 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(%) 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Waktu Pelaksanaan (Menit)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Berkas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Validasi Dosen</a:t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14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-05-2026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Menyiapkan skenario demo sistem rekomendasi, termasuk alur input pengguna dan tampilan hasil rekomendasi.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100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210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Skenario demo, screenshot sistem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5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15-05-2026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Melakukan simulasi presentasi dan demo, lalu memastikan seluruh berkas siap dikumpulkan.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100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240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Laporan final PDF, slide final, bukti demo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